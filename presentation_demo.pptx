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GESTURE 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Virtual Computer &amp; Presentation System</a:t>
            </a:r>
          </a:p>
          <a:p>
            <a:r>
              <a:t>Powered by Deep Learning &amp; Computer 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Hands-Free Presentation Gestures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 1 Finger: Open PowerPoint Presentation</a:t>
            </a:r>
          </a:p>
          <a:p>
            <a:r>
              <a:t>Show 2 Fingers: Next Slide (&gt;&gt;)</a:t>
            </a:r>
          </a:p>
          <a:p>
            <a:r>
              <a:t>Show 3 Fingers: Previous Slide (&lt;&lt;)</a:t>
            </a:r>
          </a:p>
          <a:p>
            <a:r>
              <a:t>Show 4 Fingers: Exit Slideshow / Close PPT</a:t>
            </a:r>
          </a:p>
          <a:p>
            <a:r>
              <a:t>Show 5 Fingers: Zoom the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MediaPipe 3D Landmark Tracking (21 Keypoints)</a:t>
            </a:r>
          </a:p>
          <a:p>
            <a:r>
              <a:t>73 Biometric Invariant Features (Translation &amp; Scale Invariant)</a:t>
            </a:r>
          </a:p>
          <a:p>
            <a:r>
              <a:t>Custom PyTorch Deep Neural Network</a:t>
            </a:r>
          </a:p>
          <a:p>
            <a:r>
              <a:t>Sub-millisecond Real-Time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Ready for questions and live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